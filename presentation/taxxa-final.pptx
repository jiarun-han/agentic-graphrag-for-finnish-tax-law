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FINANCE HACKATHON ·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Agentic GraphRAG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for Finnish tax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law research.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8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weekend on retrieval, graphs, and agents — over real Finnish regulation.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478"/>
                </a:solidFill>
              </a:rPr>
              <a:t>HOSTED BY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5897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Aalto University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5897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478"/>
                </a:solidFill>
              </a:rPr>
              <a:t>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5669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8478"/>
                </a:solidFill>
              </a:rPr>
              <a:t>CHALLENGE BY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5897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Taxxa AI Oy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217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4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Where naive RAG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breaks on regulation.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3474720" cy="2926080"/>
          </a:xfrm>
          <a:prstGeom prst="roundRect">
            <a:avLst>
              <a:gd name="adj" fmla="val 1875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7C"/>
                </a:solidFill>
              </a:rPr>
              <a:t>CHUNKING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Structure lost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41148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8B0A4"/>
                </a:solidFill>
              </a:rPr>
              <a:t>Fixed-size splits cut clauses mid-sentence. Exceptions land in different chunks.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3017520"/>
            <a:ext cx="3474720" cy="2926080"/>
          </a:xfrm>
          <a:prstGeom prst="roundRect">
            <a:avLst>
              <a:gd name="adj" fmla="val 1875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7C"/>
                </a:solidFill>
              </a:rPr>
              <a:t>RANKING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Jurisdiction-blind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41148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8B0A4"/>
                </a:solidFill>
              </a:rPr>
              <a:t>A repealed 2014 article and a binding 2024 decree sit at the same distance.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3017520"/>
            <a:ext cx="3474720" cy="2926080"/>
          </a:xfrm>
          <a:prstGeom prst="roundRect">
            <a:avLst>
              <a:gd name="adj" fmla="val 1875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7C"/>
                </a:solidFill>
              </a:rPr>
              <a:t>STRUCTURE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0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 cross-refs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3920" y="41148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8B0A4"/>
                </a:solidFill>
              </a:rPr>
              <a:t>"See §102 AVL" is just text. The retriever can't hop along citation edges.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4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6-agent pipeline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with GraphRAG.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3063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B0A4"/>
                </a:solidFill>
              </a:rPr>
              <a:t>CLARIFY 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3429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5F0E8"/>
                </a:solidFill>
              </a:rPr>
              <a:t>Detect missing context, add assumptions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292608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3063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B0A4"/>
                </a:solidFill>
              </a:rPr>
              <a:t>PLAN  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3429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5F0E8"/>
                </a:solidFill>
              </a:rPr>
              <a:t>Decompose into Finnish sub-queries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292608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E8A87C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3063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3D1E"/>
                </a:solidFill>
              </a:rPr>
              <a:t>RETRIEVE  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0" y="3429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Vector + keyword + graph traversal + LLM rerank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B0A4"/>
                </a:solidFill>
              </a:rPr>
              <a:t>GENERATE  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5074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5F0E8"/>
                </a:solidFill>
              </a:rPr>
              <a:t>Draft answer with inline citations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457200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B0A4"/>
                </a:solidFill>
              </a:rPr>
              <a:t>AUDIT  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5074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5F0E8"/>
                </a:solidFill>
              </a:rPr>
              <a:t>Verify facts, logic, completeness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457200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B0A4"/>
                </a:solidFill>
              </a:rPr>
              <a:t>SCORE  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5074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5F0E8"/>
                </a:solidFill>
              </a:rPr>
              <a:t>Confidence rating, caveat if low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217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4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How a question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gets answered.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880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8"/>
                </a:solidFill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88720" y="2834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User 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28346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478"/>
                </a:solidFill>
              </a:rPr>
              <a:t>English or Finnish, via web UI or CLI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355848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55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8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3310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Clarifier adds assumptions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33101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478"/>
                </a:solidFill>
              </a:rPr>
              <a:t>Tax year 2026, Finnish resident, entity type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31336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313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8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37856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Planner generates sub-queries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78561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478"/>
                </a:solidFill>
              </a:rPr>
              <a:t>2-4 queries with Finnish legal terms (TVL, EPL, PerVL)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306824"/>
            <a:ext cx="256032" cy="256032"/>
          </a:xfrm>
          <a:prstGeom prst="ellipse">
            <a:avLst/>
          </a:prstGeom>
          <a:solidFill>
            <a:srgbClr val="E8A87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068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8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88720" y="42611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GraphRAG retrieval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426110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478"/>
                </a:solidFill>
              </a:rPr>
              <a:t>Vector → keyword → typed graph walk → LLM rerank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782312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782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8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88720" y="4736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Generator drafts answer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473659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478"/>
                </a:solidFill>
              </a:rPr>
              <a:t>Plain English, every claim cited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257800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257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88720" y="5212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Auditor checks everything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52120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478"/>
                </a:solidFill>
              </a:rPr>
              <a:t>Facts, logic, completeness, temporal validity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5733288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7332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8"/>
                </a:solidFill>
              </a:rPr>
              <a:t>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88720" y="5687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Retry if needed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56875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478"/>
                </a:solidFill>
              </a:rPr>
              <a:t>Unverified claims → new search → re-generate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6208776"/>
            <a:ext cx="256032" cy="25603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6208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0E8"/>
                </a:solidFill>
              </a:rPr>
              <a:t>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88720" y="61630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Confidence score → deliver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0" y="616305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478"/>
                </a:solidFill>
              </a:rPr>
              <a:t>High/medium/low, caveat if uncertain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217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4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Give retrieval a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structure to walk.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E8A87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154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Vero → Finlex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301752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E8A87C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3154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KHO → statute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301752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E8A87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3154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amends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New → old rule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35440" y="301752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E8A87C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0" y="3154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shared_ref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832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01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Same § elsewhere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754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87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994K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37160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4"/>
                </a:solidFill>
              </a:rPr>
              <a:t>nodes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4754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87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957K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02336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4"/>
                </a:solidFill>
              </a:rPr>
              <a:t>edges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4754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87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240K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67512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4"/>
                </a:solidFill>
              </a:rPr>
              <a:t>embedded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0" y="4754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87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32688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0A4"/>
                </a:solidFill>
              </a:rPr>
              <a:t>edge types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217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4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83 graded questions,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all from shipped corpus.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3474720" cy="2926080"/>
          </a:xfrm>
          <a:prstGeom prst="roundRect">
            <a:avLst>
              <a:gd name="adj" fmla="val 1875"/>
            </a:avLst>
          </a:prstGeom>
          <a:solidFill>
            <a:srgbClr val="E8A87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32004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4297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D201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Key facts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D201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coverage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5029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C3D1E"/>
                </a:solidFill>
              </a:rPr>
              <a:t>Rates, thresholds,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C3D1E"/>
                </a:solidFill>
              </a:rPr>
              <a:t>dates correct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3017520"/>
            <a:ext cx="3474720" cy="2926080"/>
          </a:xfrm>
          <a:prstGeom prst="roundRect">
            <a:avLst>
              <a:gd name="adj" fmla="val 1875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32004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A87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754880" y="4297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Citation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5029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B0A4"/>
                </a:solidFill>
              </a:rPr>
              <a:t>Every claim traced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B0A4"/>
                </a:solidFill>
              </a:rPr>
              <a:t>to document + section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3017520"/>
            <a:ext cx="3474720" cy="2926080"/>
          </a:xfrm>
          <a:prstGeom prst="roundRect">
            <a:avLst>
              <a:gd name="adj" fmla="val 1875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32004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A87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100%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503920" y="4297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Answer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5029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B0A4"/>
                </a:solidFill>
              </a:rPr>
              <a:t>Never refuses,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8B0A4"/>
                </a:solidFill>
              </a:rPr>
              <a:t>uses caveats instead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4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06.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8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DECISIONS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tried X, ended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up with Y.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3108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7C"/>
                </a:solidFill>
              </a:rPr>
              <a:t>Embedding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3429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bge-m3 → e5-small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840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A4"/>
                </a:solidFill>
              </a:rPr>
              <a:t>Speed: 50 min vs 4+ hours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92608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3108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7C"/>
                </a:solidFill>
              </a:rPr>
              <a:t>Reranker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0" y="3429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Cross-encoder → LLM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840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A4"/>
                </a:solidFill>
              </a:rPr>
              <a:t>Finnish support: multilingual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846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7C"/>
                </a:solidFill>
              </a:rPr>
              <a:t>Graph walk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5166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Blind BFS → typed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577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A4"/>
                </a:solidFill>
              </a:rPr>
              <a:t>Signal: edge type matters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466344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4846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7C"/>
                </a:solidFill>
              </a:rPr>
              <a:t>Agents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5166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Single call → 6 agents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5577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A4"/>
                </a:solidFill>
              </a:rPr>
              <a:t>Correctness: retry catches 30% errors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217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4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07.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Thank you.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C8478"/>
                </a:solidFill>
              </a:rPr>
              <a:t>Questions? Let's discuss the graph schema.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github.com/Jiarun-han/Agentic-GraphRAG-for-Finnish-tax-law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53035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EDE8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478"/>
                </a:solidFill>
              </a:rPr>
              <a:t>Python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53035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EDE8E0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478"/>
                </a:solidFill>
              </a:rPr>
              <a:t>NetworkX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53035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EDE8E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478"/>
                </a:solidFill>
              </a:rPr>
              <a:t>DeepSeek V4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53035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EDE8E0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478"/>
                </a:solidFill>
              </a:rPr>
              <a:t>e5-small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53035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EDE8E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478"/>
                </a:solidFill>
              </a:rPr>
              <a:t>FastAPI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53035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EDE8E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478"/>
                </a:solidFill>
              </a:rPr>
              <a:t>React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217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4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08.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2026-05-24T07:18:51Z</dcterms:created>
  <dcterms:modified xsi:type="dcterms:W3CDTF">2026-05-24T07:18:51Z</dcterms:modified>
</cp:coreProperties>
</file>